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Training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Best Practices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Topics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Communication Skills</a:t>
            </a:r>
          </a:p>
          <a:p>
            <a:r>
              <a:t>Time Management</a:t>
            </a:r>
          </a:p>
          <a:p>
            <a:r>
              <a:t>Teamwork &amp; Collaboration</a:t>
            </a:r>
          </a:p>
          <a:p>
            <a:r>
              <a:t>Professional Development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