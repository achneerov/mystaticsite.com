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2026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deliver innovative solutions that transform businesses</a:t>
            </a:r>
          </a:p>
          <a:p>
            <a:pPr lvl="1"/>
            <a:r>
              <a:t>Focus on customer success</a:t>
            </a:r>
          </a:p>
          <a:p>
            <a:pPr lvl="1"/>
            <a:r>
              <a:t>Drive 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 of 25%</a:t>
            </a:r>
          </a:p>
          <a:p>
            <a:r>
              <a:t>Expanded to 3 new markets</a:t>
            </a:r>
          </a:p>
          <a:p>
            <a:r>
              <a:t>Launched 5 new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